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814FB-99ED-C7B6-4A20-E9172CDDA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FB668-D915-B36D-C195-8B564CF46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59C62-9D72-98AD-D6E1-422AACA6A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DF10-24E2-41AB-A260-D8A130382B20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C489E-41A3-C201-056B-3F61BE784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AA93D-069D-44B8-A68A-5BA785A3D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4E85D-218E-42C4-B4E9-A317627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490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3BA7-501A-1787-097D-08E1E21E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3349D-F973-5616-1D72-984857583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80311-B7F7-83A9-D7A0-2D1299AB3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DF10-24E2-41AB-A260-D8A130382B20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014A3-6ECA-CC48-3716-6340B0DF0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7DFDA-7938-423C-A0F6-CE207FAAC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4E85D-218E-42C4-B4E9-A317627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840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41299-6B2A-3A34-9776-62E4D430D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D490C-5DA1-30E7-DA15-EFA396E31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DC54B-B18E-F010-76A0-8C111F46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DF10-24E2-41AB-A260-D8A130382B20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868BE-1998-3299-46E8-60BDA839F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3710E-4DEB-62AE-7C39-AEF9C2ED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4E85D-218E-42C4-B4E9-A317627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670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8666B-AB85-153E-449A-D50B7D290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BC699-E034-D677-E5EC-06ACA413D1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26A6B-3AED-0106-D2D6-4EF86AF58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990FA-477C-3EDC-6649-373FE8D2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DF10-24E2-41AB-A260-D8A130382B20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CE033-773C-C576-0E86-0DB39FB3E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77080-3934-6EC3-7816-AC3B0AD73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4E85D-218E-42C4-B4E9-A317627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80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EE642-50CB-6411-84C4-2D0592B7B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33054-B512-9450-865B-E12EA9D7D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AC8E5-448C-635C-1302-658018964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10C17-1F7A-2CC9-279A-0BB010D62D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E3CA13-21C9-208F-9212-2E816AF4D9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130D56-FE41-C177-FB39-491F7DB2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DF10-24E2-41AB-A260-D8A130382B20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F39664-850A-61F7-7EB3-DD2E87303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35B9FC-FD4F-0593-3332-8AF2190DB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4E85D-218E-42C4-B4E9-A317627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457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36F70-4919-FB2A-D2B2-6A63142EB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136D26-0811-D8B5-4153-585C598E8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DF10-24E2-41AB-A260-D8A130382B20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7A7DC0-208F-D4D3-9B7A-BB2C74F6B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5F2C7-C122-A41B-42AF-7FB0581F3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4E85D-218E-42C4-B4E9-A317627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835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08B981-8858-D7E6-4BE8-2A22E7C55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DF10-24E2-41AB-A260-D8A130382B20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F6AF84-4F64-2DB3-EC8D-84DE97023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2FD47-86A5-E0C1-CC3E-23BE30C4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4E85D-218E-42C4-B4E9-A317627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227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DDB39-E353-265D-B259-5D5E4EFF0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8D9F3-3ABB-1629-5EC7-472A6CD56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B1505-ECCF-4DAD-6E4D-8E81847EB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2223F-7506-5C8B-A6C6-86CF0145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DF10-24E2-41AB-A260-D8A130382B20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445E8-3DED-086A-4599-6EA65CCBA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4D52C-4609-3858-9192-F2FB57F11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4E85D-218E-42C4-B4E9-A317627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430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DEE17-707D-A78F-BCC0-C7E34926E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6F7445-C3E1-1378-8022-5ED4CB56B7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EBB6FD-6C2D-F031-FE83-30DBFD65F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10EB9-6529-CD5B-4D6D-8FDF6AC45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DF10-24E2-41AB-A260-D8A130382B20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DB599-2667-5CCC-C821-6C708A2A7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3672B-AA43-D404-ADF1-5384D49B3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4E85D-218E-42C4-B4E9-A317627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680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3D746-ACBF-94DB-951E-588F2692A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5BD66-2D36-9691-AF55-636DFFBA7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E82C4-A119-2388-BFBE-CE1DA7FB4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DF10-24E2-41AB-A260-D8A130382B20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B0EB0-5E0A-2A38-66EF-33762AAFB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9074F-2C8E-507D-4F10-2C70B86C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4E85D-218E-42C4-B4E9-A317627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014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A6235-4C86-04F6-9110-2D89C9D2FF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CDC836-984E-AF28-8688-4A59090A0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6E155-7D9F-D512-0922-9E156306D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DF10-24E2-41AB-A260-D8A130382B20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82F45-D04C-C818-FC80-3A2064900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E7A8E-5931-D682-68CB-AB4E681D7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4E85D-218E-42C4-B4E9-A317627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18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04E5D5-C618-4429-F830-D5639F1ED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162E-302D-F237-7C2A-A80F6A6C4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B7DBF-7F46-9210-B355-C653024308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72DF10-24E2-41AB-A260-D8A130382B20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E1DB7-EBAA-62DB-F281-1D6FE8714A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0414F-6E23-2743-CC33-8A8FD93B1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54E85D-218E-42C4-B4E9-A317627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660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BB05A-3BB0-EC67-E218-973C92D46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373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dirty="0"/>
              <a:t>Zeroth Review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B6A75-68E4-C546-BD51-29693B1FB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1279483"/>
            <a:ext cx="10668000" cy="2903693"/>
          </a:xfrm>
        </p:spPr>
        <p:txBody>
          <a:bodyPr>
            <a:noAutofit/>
          </a:bodyPr>
          <a:lstStyle/>
          <a:p>
            <a:r>
              <a:rPr lang="en-IN" sz="4000" i="1" spc="300" dirty="0"/>
              <a:t>Project 1: RAG-Powered Vendor Compliance Auditor with Automated QA</a:t>
            </a:r>
          </a:p>
          <a:p>
            <a:endParaRPr lang="en-IN" sz="2000" i="1" spc="300" dirty="0"/>
          </a:p>
          <a:p>
            <a:r>
              <a:rPr lang="en-IN" sz="4000" i="1" spc="300" dirty="0"/>
              <a:t>Project  2: Autonomous Cloud FinOps Agent for Infrastructure Remediation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257764-C29D-B62D-8237-488900B02D68}"/>
              </a:ext>
            </a:extLst>
          </p:cNvPr>
          <p:cNvSpPr txBox="1"/>
          <p:nvPr/>
        </p:nvSpPr>
        <p:spPr>
          <a:xfrm>
            <a:off x="272321" y="4575278"/>
            <a:ext cx="1164735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4000" dirty="0">
                <a:effectLst/>
                <a:latin typeface="+mn-lt"/>
              </a:rPr>
              <a:t>Presented by: Daniel Robin</a:t>
            </a:r>
          </a:p>
          <a:p>
            <a:pPr algn="r"/>
            <a:r>
              <a:rPr lang="en-IN" sz="4000" dirty="0"/>
              <a:t>VIT Vellore</a:t>
            </a:r>
          </a:p>
          <a:p>
            <a:pPr algn="r"/>
            <a:r>
              <a:rPr lang="en-IN" sz="4000" dirty="0"/>
              <a:t>T9925</a:t>
            </a:r>
          </a:p>
        </p:txBody>
      </p:sp>
    </p:spTree>
    <p:extLst>
      <p:ext uri="{BB962C8B-B14F-4D97-AF65-F5344CB8AC3E}">
        <p14:creationId xmlns:p14="http://schemas.microsoft.com/office/powerpoint/2010/main" val="3570186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E92B8-5F37-4715-6CE2-7AAF713E8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021" y="455072"/>
            <a:ext cx="11113957" cy="5947855"/>
          </a:xfrm>
        </p:spPr>
        <p:txBody>
          <a:bodyPr>
            <a:noAutofit/>
          </a:bodyPr>
          <a:lstStyle/>
          <a:p>
            <a:pPr fontAlgn="t">
              <a:lnSpc>
                <a:spcPct val="70000"/>
              </a:lnSpc>
              <a:buNone/>
            </a:pPr>
            <a:r>
              <a:rPr lang="en-IN" sz="2200" b="1" dirty="0"/>
              <a:t>Problem Statement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Manual review of vendor contracts and SLAs is slow, repetitive, and prone to mistakes.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Vendor contracts may lack required security, privacy, or operational commitments.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Sensitive contract data must be protected during AI processing.</a:t>
            </a:r>
          </a:p>
          <a:p>
            <a:pPr fontAlgn="t">
              <a:lnSpc>
                <a:spcPct val="70000"/>
              </a:lnSpc>
              <a:buNone/>
            </a:pPr>
            <a:r>
              <a:rPr lang="en-IN" sz="2200" b="1" dirty="0"/>
              <a:t>Objectives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Automate vendor contract compliance assessment.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Retrieve relevant clauses using semantic search.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Detect missing, ambiguous, or non-compliant commitments.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Provide evidence-based findings and remediation recommendations. </a:t>
            </a:r>
          </a:p>
          <a:p>
            <a:pPr marL="0" lvl="0" indent="0" fontAlgn="t">
              <a:lnSpc>
                <a:spcPct val="70000"/>
              </a:lnSpc>
              <a:buNone/>
            </a:pPr>
            <a:r>
              <a:rPr lang="en-IN" sz="2200" b="1" dirty="0"/>
              <a:t>Dataset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Synthetic SLAs, and enterprise security policies generated using GitHub Copilot.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Includes clauses covering encryption, breach notification, audit rights, data retention, etc.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Contains compliant, non-compliant, ambiguous, and missing-clause scenarios.</a:t>
            </a:r>
          </a:p>
          <a:p>
            <a:pPr fontAlgn="t">
              <a:lnSpc>
                <a:spcPct val="70000"/>
              </a:lnSpc>
              <a:buNone/>
            </a:pPr>
            <a:r>
              <a:rPr lang="en-IN" sz="2200" b="1" dirty="0"/>
              <a:t>Dataset Relevance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Simulates realistic vendor compliance reviews without exposing confidential contracts.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Supports retrieval testing, compliance classification, and RAG evaluation.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5A824A-ADDC-7806-5F5D-BE8CC1CD46C1}"/>
              </a:ext>
            </a:extLst>
          </p:cNvPr>
          <p:cNvSpPr txBox="1"/>
          <p:nvPr/>
        </p:nvSpPr>
        <p:spPr>
          <a:xfrm>
            <a:off x="994033" y="54962"/>
            <a:ext cx="102039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i="1" spc="300" dirty="0"/>
              <a:t>RAG-Powered Vendor Compliance Auditor with Automated QA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78501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354C6-5126-BD9B-868C-898BBA2EF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00440-684F-699C-1A54-C8609450A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9646" y="864688"/>
            <a:ext cx="5556354" cy="5607337"/>
          </a:xfrm>
        </p:spPr>
        <p:txBody>
          <a:bodyPr>
            <a:normAutofit fontScale="92500" lnSpcReduction="20000"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IN" b="1" dirty="0"/>
              <a:t>Tech Stack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b="1" dirty="0"/>
              <a:t>Frontend:</a:t>
            </a:r>
            <a:r>
              <a:rPr lang="en-IN" dirty="0"/>
              <a:t> </a:t>
            </a:r>
            <a:r>
              <a:rPr lang="en-IN" dirty="0" err="1"/>
              <a:t>Streamlit</a:t>
            </a:r>
            <a:endParaRPr lang="en-IN" dirty="0"/>
          </a:p>
          <a:p>
            <a:pPr marL="342900" lvl="0" indent="-342900" fontAlgn="t">
              <a:lnSpc>
                <a:spcPct val="100000"/>
              </a:lnSpc>
            </a:pPr>
            <a:r>
              <a:rPr lang="en-IN" b="1" dirty="0"/>
              <a:t>Backend:</a:t>
            </a:r>
            <a:r>
              <a:rPr lang="en-IN" dirty="0"/>
              <a:t> </a:t>
            </a:r>
            <a:r>
              <a:rPr lang="en-IN" dirty="0" err="1"/>
              <a:t>FastAPI</a:t>
            </a:r>
            <a:endParaRPr lang="en-IN" dirty="0"/>
          </a:p>
          <a:p>
            <a:pPr marL="342900" lvl="0" indent="-342900" fontAlgn="t">
              <a:lnSpc>
                <a:spcPct val="100000"/>
              </a:lnSpc>
            </a:pPr>
            <a:r>
              <a:rPr lang="en-IN" b="1" dirty="0"/>
              <a:t>PII Redaction:</a:t>
            </a:r>
            <a:r>
              <a:rPr lang="en-IN" dirty="0"/>
              <a:t> Microsoft Presidio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b="1" dirty="0"/>
              <a:t>Embedding Model:</a:t>
            </a:r>
            <a:r>
              <a:rPr lang="en-IN" dirty="0"/>
              <a:t> all-MiniLM-L6-v2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b="1" dirty="0"/>
              <a:t>Vector Database:</a:t>
            </a:r>
            <a:r>
              <a:rPr lang="en-IN" dirty="0"/>
              <a:t> </a:t>
            </a:r>
            <a:r>
              <a:rPr lang="en-IN" dirty="0" err="1"/>
              <a:t>ChromaDB</a:t>
            </a:r>
            <a:endParaRPr lang="en-IN" dirty="0"/>
          </a:p>
          <a:p>
            <a:pPr marL="342900" lvl="0" indent="-342900" fontAlgn="t">
              <a:lnSpc>
                <a:spcPct val="100000"/>
              </a:lnSpc>
            </a:pPr>
            <a:r>
              <a:rPr lang="en-IN" b="1" dirty="0"/>
              <a:t>Inference Engine:</a:t>
            </a:r>
            <a:r>
              <a:rPr lang="en-IN" dirty="0"/>
              <a:t> Local LLM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b="1" dirty="0"/>
              <a:t>Audit Storage:</a:t>
            </a:r>
            <a:r>
              <a:rPr lang="en-IN" dirty="0"/>
              <a:t> SQLite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b="1" dirty="0"/>
              <a:t>Evaluation:</a:t>
            </a:r>
            <a:r>
              <a:rPr lang="en-IN" dirty="0"/>
              <a:t> </a:t>
            </a:r>
            <a:r>
              <a:rPr lang="en-IN" dirty="0" err="1"/>
              <a:t>DeepEval</a:t>
            </a:r>
            <a:r>
              <a:rPr lang="en-IN" dirty="0"/>
              <a:t> / Ragas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b="1" dirty="0"/>
              <a:t>CI/CD:</a:t>
            </a:r>
            <a:r>
              <a:rPr lang="en-IN" dirty="0"/>
              <a:t> GitHub Actions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b="1" dirty="0"/>
              <a:t>Deployment:</a:t>
            </a:r>
            <a:r>
              <a:rPr lang="en-IN" dirty="0"/>
              <a:t> Local-first, with optional Docker containerization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77A19-0243-261E-E710-65144581B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864688"/>
            <a:ext cx="5556354" cy="5607337"/>
          </a:xfrm>
        </p:spPr>
        <p:txBody>
          <a:bodyPr>
            <a:normAutofit fontScale="92500" lnSpcReduction="20000"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IN" b="1"/>
              <a:t>Expected Outcome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/>
              <a:t>Automated clause-level compliance assessment.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/>
              <a:t>Identification of policy gaps and missing commitments.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/>
              <a:t>Findings supported by direct contract evidence.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/>
              <a:t>Downloadable audit and remediation reports.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/>
              <a:t>Reduced manual review effort and improved consistency.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/>
              <a:t>Reliable outputs validated through automated RAG quality gates.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8BDE09-B4EA-8BA4-20C5-FB8E341443BA}"/>
              </a:ext>
            </a:extLst>
          </p:cNvPr>
          <p:cNvSpPr txBox="1"/>
          <p:nvPr/>
        </p:nvSpPr>
        <p:spPr>
          <a:xfrm>
            <a:off x="539646" y="222743"/>
            <a:ext cx="1111270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lnSpc>
                <a:spcPct val="100000"/>
              </a:lnSpc>
              <a:buNone/>
            </a:pPr>
            <a:r>
              <a:rPr lang="en-IN" sz="2500" i="0" dirty="0">
                <a:effectLst/>
                <a:latin typeface="+mn-lt"/>
              </a:rPr>
              <a:t>Contract → PII Redaction → Embeddings → Vector Search → LLM Audit → Report</a:t>
            </a:r>
            <a:endParaRPr lang="en-IN" sz="250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181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10B47-C00F-8C4F-2C0C-0A20EC8A3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B9EF8-E093-C815-C902-129EC02A6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021" y="455072"/>
            <a:ext cx="11113957" cy="6141664"/>
          </a:xfrm>
        </p:spPr>
        <p:txBody>
          <a:bodyPr>
            <a:noAutofit/>
          </a:bodyPr>
          <a:lstStyle/>
          <a:p>
            <a:pPr fontAlgn="t">
              <a:lnSpc>
                <a:spcPct val="70000"/>
              </a:lnSpc>
              <a:buNone/>
            </a:pPr>
            <a:r>
              <a:rPr lang="en-IN" sz="2200" b="1" dirty="0"/>
              <a:t>Problem Statement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Cloud costs increase due to idle compute, unattached storage, and unused IPs.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Manual monitoring and cleanup are time-consuming and inconsistent.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Automated remediation must avoid modifying critical production resources.</a:t>
            </a:r>
          </a:p>
          <a:p>
            <a:pPr fontAlgn="t">
              <a:lnSpc>
                <a:spcPct val="70000"/>
              </a:lnSpc>
              <a:buNone/>
            </a:pPr>
            <a:r>
              <a:rPr lang="en-IN" sz="2200" b="1" dirty="0"/>
              <a:t>Objectives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 err="1"/>
              <a:t>Analyze</a:t>
            </a:r>
            <a:r>
              <a:rPr lang="en-IN" sz="2200" dirty="0"/>
              <a:t> cloud telemetry and billing logs.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Detect waste using configurable FinOps policies.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Recommend Terminate, Downsize, or Archive actions.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Generate Terraform or cloud CLI remediation scripts.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Estimate savings while enforcing production safety controls.</a:t>
            </a:r>
          </a:p>
          <a:p>
            <a:pPr fontAlgn="t">
              <a:lnSpc>
                <a:spcPct val="70000"/>
              </a:lnSpc>
              <a:buNone/>
            </a:pPr>
            <a:r>
              <a:rPr lang="en-IN" sz="2200" b="1" dirty="0"/>
              <a:t>Dataset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Synthetic AWS and Azure telemetry generated using GitHub Copilot.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Provided as JSON and CSV files containing resource IDs, utilization, billing data, etc.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Includes idle, oversized, orphaned, protected, and production-resource scenarios.</a:t>
            </a:r>
          </a:p>
          <a:p>
            <a:pPr fontAlgn="t">
              <a:lnSpc>
                <a:spcPct val="70000"/>
              </a:lnSpc>
              <a:buNone/>
            </a:pPr>
            <a:r>
              <a:rPr lang="en-IN" sz="2200" b="1" dirty="0"/>
              <a:t>Dataset Relevance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Enables cost-waste detection without requiring paid cloud infrastructure.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Supports policy testing, savings estimation, remediation generation, and safety validation.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82A2D2-5967-6A4E-2498-EFB0EFA66D6B}"/>
              </a:ext>
            </a:extLst>
          </p:cNvPr>
          <p:cNvSpPr txBox="1"/>
          <p:nvPr/>
        </p:nvSpPr>
        <p:spPr>
          <a:xfrm>
            <a:off x="994033" y="54962"/>
            <a:ext cx="102039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i="1" spc="300" dirty="0"/>
              <a:t>Autonomous Cloud FinOps Agent for Infrastructure Remediation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27166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8FAF6-40C9-B5BB-0DAB-6854BD23C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23AC4-AD69-A066-7422-824C36900D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9646" y="1115295"/>
            <a:ext cx="5556354" cy="5356730"/>
          </a:xfrm>
        </p:spPr>
        <p:txBody>
          <a:bodyPr>
            <a:normAutofit fontScale="92500" lnSpcReduction="20000"/>
          </a:bodyPr>
          <a:lstStyle/>
          <a:p>
            <a:pPr fontAlgn="t">
              <a:buNone/>
            </a:pPr>
            <a:r>
              <a:rPr lang="en-IN" b="1" dirty="0"/>
              <a:t>Tech Stack</a:t>
            </a:r>
          </a:p>
          <a:p>
            <a:pPr marL="342900" lvl="0" indent="-342900" fontAlgn="t"/>
            <a:r>
              <a:rPr lang="en-IN" b="1" dirty="0"/>
              <a:t>Agent Core:</a:t>
            </a:r>
            <a:r>
              <a:rPr lang="en-IN" dirty="0"/>
              <a:t> Python State Machine</a:t>
            </a:r>
          </a:p>
          <a:p>
            <a:pPr marL="342900" lvl="0" indent="-342900" fontAlgn="t"/>
            <a:r>
              <a:rPr lang="en-IN" b="1" dirty="0"/>
              <a:t>Data Validation:</a:t>
            </a:r>
            <a:r>
              <a:rPr lang="en-IN" dirty="0"/>
              <a:t> </a:t>
            </a:r>
            <a:r>
              <a:rPr lang="en-IN" dirty="0" err="1"/>
              <a:t>Pydantic</a:t>
            </a:r>
            <a:endParaRPr lang="en-IN" dirty="0"/>
          </a:p>
          <a:p>
            <a:pPr marL="342900" lvl="0" indent="-342900" fontAlgn="t"/>
            <a:r>
              <a:rPr lang="en-IN" b="1" dirty="0"/>
              <a:t>Data Analysis:</a:t>
            </a:r>
            <a:r>
              <a:rPr lang="en-IN" dirty="0"/>
              <a:t> Pandas</a:t>
            </a:r>
          </a:p>
          <a:p>
            <a:pPr marL="342900" lvl="0" indent="-342900" fontAlgn="t"/>
            <a:r>
              <a:rPr lang="en-IN" b="1" dirty="0"/>
              <a:t>Policy Engine:</a:t>
            </a:r>
            <a:r>
              <a:rPr lang="en-IN" dirty="0"/>
              <a:t> JSON / YAML rules</a:t>
            </a:r>
          </a:p>
          <a:p>
            <a:pPr marL="342900" lvl="0" indent="-342900" fontAlgn="t"/>
            <a:r>
              <a:rPr lang="en-IN" b="1" dirty="0"/>
              <a:t>Remediation Compiler:</a:t>
            </a:r>
            <a:r>
              <a:rPr lang="en-IN" dirty="0"/>
              <a:t> Jinja2</a:t>
            </a:r>
          </a:p>
          <a:p>
            <a:pPr marL="342900" lvl="0" indent="-342900" fontAlgn="t"/>
            <a:r>
              <a:rPr lang="en-IN" b="1" dirty="0"/>
              <a:t>Infrastructure as Code:</a:t>
            </a:r>
            <a:r>
              <a:rPr lang="en-IN" dirty="0"/>
              <a:t> Terraform</a:t>
            </a:r>
          </a:p>
          <a:p>
            <a:pPr marL="342900" lvl="0" indent="-342900" fontAlgn="t"/>
            <a:r>
              <a:rPr lang="en-IN" b="1" dirty="0"/>
              <a:t>Reporting:</a:t>
            </a:r>
            <a:r>
              <a:rPr lang="en-IN" dirty="0"/>
              <a:t> Local LLM / Prompt Templates</a:t>
            </a:r>
          </a:p>
          <a:p>
            <a:pPr marL="342900" lvl="0" indent="-342900" fontAlgn="t"/>
            <a:r>
              <a:rPr lang="en-IN" b="1" dirty="0"/>
              <a:t>Audit Storage:</a:t>
            </a:r>
            <a:r>
              <a:rPr lang="en-IN" dirty="0"/>
              <a:t> SQLite / JSON</a:t>
            </a:r>
          </a:p>
          <a:p>
            <a:pPr marL="342900" lvl="0" indent="-342900" fontAlgn="t"/>
            <a:r>
              <a:rPr lang="en-IN" b="1" dirty="0"/>
              <a:t>Testing:</a:t>
            </a:r>
            <a:r>
              <a:rPr lang="en-IN" dirty="0"/>
              <a:t> </a:t>
            </a:r>
            <a:r>
              <a:rPr lang="en-IN" dirty="0" err="1"/>
              <a:t>PyTest</a:t>
            </a:r>
            <a:endParaRPr lang="en-IN" dirty="0"/>
          </a:p>
          <a:p>
            <a:pPr marL="342900" lvl="0" indent="-342900" fontAlgn="t"/>
            <a:r>
              <a:rPr lang="en-IN" b="1" dirty="0"/>
              <a:t>Deployment:</a:t>
            </a:r>
            <a:r>
              <a:rPr lang="en-IN" dirty="0"/>
              <a:t> Docker</a:t>
            </a:r>
          </a:p>
          <a:p>
            <a:pPr marL="342900" lvl="0" indent="-342900" fontAlgn="t"/>
            <a:r>
              <a:rPr lang="en-IN" b="1" dirty="0"/>
              <a:t>CI/CD:</a:t>
            </a:r>
            <a:r>
              <a:rPr lang="en-IN" dirty="0"/>
              <a:t> GitHub Actions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D4CA7-0B9A-6A45-D4EA-FD5811C05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115295"/>
            <a:ext cx="5556354" cy="5356730"/>
          </a:xfrm>
        </p:spPr>
        <p:txBody>
          <a:bodyPr>
            <a:normAutofit fontScale="92500" lnSpcReduction="20000"/>
          </a:bodyPr>
          <a:lstStyle/>
          <a:p>
            <a:pPr fontAlgn="t">
              <a:buNone/>
            </a:pPr>
            <a:r>
              <a:rPr lang="en-IN" b="1" dirty="0"/>
              <a:t>Expected Outcome</a:t>
            </a:r>
          </a:p>
          <a:p>
            <a:pPr marL="342900" lvl="0" indent="-342900" fontAlgn="t"/>
            <a:r>
              <a:rPr lang="en-IN" dirty="0"/>
              <a:t>Automated detection of cloud waste and policy violations.</a:t>
            </a:r>
          </a:p>
          <a:p>
            <a:pPr marL="342900" lvl="0" indent="-342900" fontAlgn="t"/>
            <a:r>
              <a:rPr lang="en-IN" dirty="0"/>
              <a:t>Safe remediation recommendations with production guardrails.</a:t>
            </a:r>
          </a:p>
          <a:p>
            <a:pPr marL="342900" lvl="0" indent="-342900" fontAlgn="t"/>
            <a:r>
              <a:rPr lang="en-IN" dirty="0"/>
              <a:t>Generation of auditable Terraform and CLI scripts.</a:t>
            </a:r>
          </a:p>
          <a:p>
            <a:pPr marL="342900" lvl="0" indent="-342900" fontAlgn="t"/>
            <a:r>
              <a:rPr lang="en-IN" dirty="0"/>
              <a:t>Estimated monthly cost savings for identified resources.</a:t>
            </a:r>
          </a:p>
          <a:p>
            <a:pPr marL="342900" lvl="0" indent="-342900" fontAlgn="t"/>
            <a:r>
              <a:rPr lang="en-IN" dirty="0"/>
              <a:t>Slack, Teams, or email-ready incident summaries.</a:t>
            </a:r>
          </a:p>
          <a:p>
            <a:pPr marL="342900" lvl="0" indent="-342900" fontAlgn="t"/>
            <a:r>
              <a:rPr lang="en-IN" dirty="0"/>
              <a:t>Historical tracking of remediation actions and financial impact.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68F2E9-39FB-F64E-1335-2362B1D7594F}"/>
              </a:ext>
            </a:extLst>
          </p:cNvPr>
          <p:cNvSpPr txBox="1"/>
          <p:nvPr/>
        </p:nvSpPr>
        <p:spPr>
          <a:xfrm>
            <a:off x="539646" y="222743"/>
            <a:ext cx="1111270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/>
            <a:r>
              <a:rPr lang="en-IN" sz="2600" dirty="0"/>
              <a:t>Cloud Telemetry</a:t>
            </a:r>
            <a:r>
              <a:rPr lang="en-IN" sz="2600" i="0" dirty="0">
                <a:effectLst/>
                <a:latin typeface="+mn-lt"/>
              </a:rPr>
              <a:t> → </a:t>
            </a:r>
            <a:r>
              <a:rPr lang="en-IN" sz="2600" i="0" dirty="0" err="1">
                <a:effectLst/>
                <a:latin typeface="+mn-lt"/>
              </a:rPr>
              <a:t>Analyze</a:t>
            </a:r>
            <a:r>
              <a:rPr lang="en-IN" sz="2600" i="0" dirty="0">
                <a:effectLst/>
                <a:latin typeface="+mn-lt"/>
              </a:rPr>
              <a:t> Data→ Identify Cloud Waste → Generate Script→ Record Savings</a:t>
            </a:r>
            <a:endParaRPr lang="en-IN" sz="260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751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81726"/>
      </a:dk1>
      <a:lt1>
        <a:srgbClr val="F2F2F2"/>
      </a:lt1>
      <a:dk2>
        <a:srgbClr val="0E2841"/>
      </a:dk2>
      <a:lt2>
        <a:srgbClr val="E8E8E8"/>
      </a:lt2>
      <a:accent1>
        <a:srgbClr val="0070C0"/>
      </a:accent1>
      <a:accent2>
        <a:srgbClr val="345964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554</Words>
  <Application>Microsoft Office PowerPoint</Application>
  <PresentationFormat>Widescreen</PresentationFormat>
  <Paragraphs>81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Segoe UI</vt:lpstr>
      <vt:lpstr>Office Theme</vt:lpstr>
      <vt:lpstr>Zeroth Review 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Robin</dc:creator>
  <cp:lastModifiedBy>Daniel Robin</cp:lastModifiedBy>
  <cp:revision>1</cp:revision>
  <dcterms:created xsi:type="dcterms:W3CDTF">2026-08-27T15:41:11Z</dcterms:created>
  <dcterms:modified xsi:type="dcterms:W3CDTF">2026-08-28T05:14:41Z</dcterms:modified>
</cp:coreProperties>
</file>